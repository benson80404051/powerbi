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0" r:id="rId3"/>
    <p:sldId id="261" r:id="rId4"/>
    <p:sldId id="259" r:id="rId5"/>
    <p:sldId id="257" r:id="rId6"/>
    <p:sldId id="258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7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3" d="100"/>
          <a:sy n="53" d="100"/>
        </p:scale>
        <p:origin x="38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3B60C-6162-47D6-A7D9-930FFF2AB44C}" type="datetimeFigureOut">
              <a:rPr lang="zh-TW" altLang="en-US" smtClean="0"/>
              <a:t>2025/12/13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9C03C-82CA-495C-B24F-15058836565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7849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3B60C-6162-47D6-A7D9-930FFF2AB44C}" type="datetimeFigureOut">
              <a:rPr lang="zh-TW" altLang="en-US" smtClean="0"/>
              <a:t>2025/12/13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9C03C-82CA-495C-B24F-15058836565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21252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3B60C-6162-47D6-A7D9-930FFF2AB44C}" type="datetimeFigureOut">
              <a:rPr lang="zh-TW" altLang="en-US" smtClean="0"/>
              <a:t>2025/12/13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9C03C-82CA-495C-B24F-15058836565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22576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3B60C-6162-47D6-A7D9-930FFF2AB44C}" type="datetimeFigureOut">
              <a:rPr lang="zh-TW" altLang="en-US" smtClean="0"/>
              <a:t>2025/12/13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9C03C-82CA-495C-B24F-15058836565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267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3B60C-6162-47D6-A7D9-930FFF2AB44C}" type="datetimeFigureOut">
              <a:rPr lang="zh-TW" altLang="en-US" smtClean="0"/>
              <a:t>2025/12/13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9C03C-82CA-495C-B24F-15058836565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94872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3B60C-6162-47D6-A7D9-930FFF2AB44C}" type="datetimeFigureOut">
              <a:rPr lang="zh-TW" altLang="en-US" smtClean="0"/>
              <a:t>2025/12/13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9C03C-82CA-495C-B24F-15058836565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3397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3B60C-6162-47D6-A7D9-930FFF2AB44C}" type="datetimeFigureOut">
              <a:rPr lang="zh-TW" altLang="en-US" smtClean="0"/>
              <a:t>2025/12/13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9C03C-82CA-495C-B24F-15058836565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3398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3B60C-6162-47D6-A7D9-930FFF2AB44C}" type="datetimeFigureOut">
              <a:rPr lang="zh-TW" altLang="en-US" smtClean="0"/>
              <a:t>2025/12/13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9C03C-82CA-495C-B24F-15058836565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27142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3B60C-6162-47D6-A7D9-930FFF2AB44C}" type="datetimeFigureOut">
              <a:rPr lang="zh-TW" altLang="en-US" smtClean="0"/>
              <a:t>2025/12/13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9C03C-82CA-495C-B24F-15058836565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86340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3B60C-6162-47D6-A7D9-930FFF2AB44C}" type="datetimeFigureOut">
              <a:rPr lang="zh-TW" altLang="en-US" smtClean="0"/>
              <a:t>2025/12/13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9C03C-82CA-495C-B24F-15058836565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262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3B60C-6162-47D6-A7D9-930FFF2AB44C}" type="datetimeFigureOut">
              <a:rPr lang="zh-TW" altLang="en-US" smtClean="0"/>
              <a:t>2025/12/13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9C03C-82CA-495C-B24F-15058836565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67730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33B60C-6162-47D6-A7D9-930FFF2AB44C}" type="datetimeFigureOut">
              <a:rPr lang="zh-TW" altLang="en-US" smtClean="0"/>
              <a:t>2025/12/13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9C03C-82CA-495C-B24F-15058836565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927985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AAAFF9F6-8558-D77B-501D-4F7EA9F12AEF}"/>
              </a:ext>
            </a:extLst>
          </p:cNvPr>
          <p:cNvSpPr/>
          <p:nvPr/>
        </p:nvSpPr>
        <p:spPr>
          <a:xfrm>
            <a:off x="0" y="0"/>
            <a:ext cx="12192000" cy="70866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8E154D4-89DD-2143-BA3F-C87979694CB9}"/>
              </a:ext>
            </a:extLst>
          </p:cNvPr>
          <p:cNvSpPr/>
          <p:nvPr/>
        </p:nvSpPr>
        <p:spPr>
          <a:xfrm>
            <a:off x="0" y="708660"/>
            <a:ext cx="12192000" cy="45719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20000"/>
                  <a:lumOff val="80000"/>
                </a:schemeClr>
              </a:gs>
              <a:gs pos="100000">
                <a:schemeClr val="accent4">
                  <a:lumMod val="7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3697C71-C667-DCC1-3A0F-1D063A5F6001}"/>
              </a:ext>
            </a:extLst>
          </p:cNvPr>
          <p:cNvSpPr/>
          <p:nvPr/>
        </p:nvSpPr>
        <p:spPr>
          <a:xfrm>
            <a:off x="-168443" y="15702"/>
            <a:ext cx="5197643" cy="64633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TW" sz="3600" b="1" dirty="0">
                <a:ln w="12700" cmpd="sng">
                  <a:noFill/>
                  <a:prstDash val="solid"/>
                </a:ln>
                <a:solidFill>
                  <a:schemeClr val="tx2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Campaign</a:t>
            </a:r>
            <a:r>
              <a:rPr lang="en-US" altLang="zh-TW" sz="3600" b="1" dirty="0">
                <a:ln w="12700" cmpd="sng">
                  <a:noFill/>
                  <a:prstDash val="solid"/>
                </a:ln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US" altLang="zh-TW" sz="3600" b="1" dirty="0">
                <a:ln w="12700" cmpd="sng">
                  <a:noFill/>
                  <a:prstDash val="solid"/>
                </a:ln>
                <a:solidFill>
                  <a:schemeClr val="tx2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Performance</a:t>
            </a:r>
            <a:endParaRPr lang="zh-TW" altLang="en-US" sz="3600" b="1" dirty="0">
              <a:ln w="12700" cmpd="sng">
                <a:noFill/>
                <a:prstDash val="solid"/>
              </a:ln>
              <a:solidFill>
                <a:schemeClr val="tx2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EF4F6AF-B927-5EBE-DE1D-F6EBCDE0D5F0}"/>
              </a:ext>
            </a:extLst>
          </p:cNvPr>
          <p:cNvSpPr/>
          <p:nvPr/>
        </p:nvSpPr>
        <p:spPr>
          <a:xfrm>
            <a:off x="8987589" y="15702"/>
            <a:ext cx="3204411" cy="646331"/>
          </a:xfrm>
          <a:prstGeom prst="rect">
            <a:avLst/>
          </a:prstGeom>
          <a:noFill/>
          <a:ln>
            <a:noFill/>
          </a:ln>
          <a:effectLst>
            <a:reflection blurRad="6350" stA="50000" endA="300" endPos="38500" dist="50800" dir="5400000" sy="-100000" algn="bl" rotWithShape="0"/>
          </a:effectLst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TW" sz="3600" b="1" dirty="0">
                <a:ln w="0">
                  <a:solidFill>
                    <a:schemeClr val="tx2">
                      <a:lumMod val="75000"/>
                    </a:schemeClr>
                  </a:solidFill>
                </a:ln>
                <a:solidFill>
                  <a:schemeClr val="tx2">
                    <a:lumMod val="60000"/>
                    <a:lumOff val="4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  <a:reflection stA="45000" endPos="30000" dist="50800" dir="5400000" sy="-100000" algn="bl" rotWithShape="0"/>
                </a:effectLst>
              </a:rPr>
              <a:t>Market  </a:t>
            </a:r>
            <a:r>
              <a:rPr lang="en-US" altLang="zh-TW" sz="3600" b="1" dirty="0" err="1">
                <a:ln w="0">
                  <a:solidFill>
                    <a:schemeClr val="tx2">
                      <a:lumMod val="75000"/>
                    </a:schemeClr>
                  </a:solidFill>
                </a:ln>
                <a:solidFill>
                  <a:schemeClr val="tx2">
                    <a:lumMod val="60000"/>
                    <a:lumOff val="4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  <a:reflection stA="45000" endPos="30000" dist="50800" dir="5400000" sy="-100000" algn="bl" rotWithShape="0"/>
                </a:effectLst>
              </a:rPr>
              <a:t>Mindz</a:t>
            </a:r>
            <a:endParaRPr lang="zh-TW" altLang="en-US" sz="3600" b="1" dirty="0">
              <a:ln w="0">
                <a:solidFill>
                  <a:schemeClr val="tx2">
                    <a:lumMod val="75000"/>
                  </a:schemeClr>
                </a:solidFill>
              </a:ln>
              <a:solidFill>
                <a:schemeClr val="tx2">
                  <a:lumMod val="60000"/>
                  <a:lumOff val="4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  <a:reflection stA="45000" endPos="30000" dist="508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066213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67CDB0-B9AF-AE5D-F80B-3141273B3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55FBAAC5-DCD0-9504-03DA-B7AB308C6925}"/>
              </a:ext>
            </a:extLst>
          </p:cNvPr>
          <p:cNvSpPr/>
          <p:nvPr/>
        </p:nvSpPr>
        <p:spPr>
          <a:xfrm>
            <a:off x="0" y="0"/>
            <a:ext cx="12192000" cy="70866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FD00CBA-B9DF-0453-4D8E-6D8B0EC9194E}"/>
              </a:ext>
            </a:extLst>
          </p:cNvPr>
          <p:cNvSpPr/>
          <p:nvPr/>
        </p:nvSpPr>
        <p:spPr>
          <a:xfrm>
            <a:off x="0" y="708660"/>
            <a:ext cx="12192000" cy="45719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20000"/>
                  <a:lumOff val="80000"/>
                </a:schemeClr>
              </a:gs>
              <a:gs pos="100000">
                <a:schemeClr val="accent4">
                  <a:lumMod val="7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EE5A1FE-5167-504B-6D60-B5004DFFA4E5}"/>
              </a:ext>
            </a:extLst>
          </p:cNvPr>
          <p:cNvSpPr/>
          <p:nvPr/>
        </p:nvSpPr>
        <p:spPr>
          <a:xfrm>
            <a:off x="36096" y="24359"/>
            <a:ext cx="3898232" cy="64633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TW" sz="3600" b="1" dirty="0">
                <a:ln w="12700" cmpd="sng">
                  <a:noFill/>
                  <a:prstDash val="solid"/>
                </a:ln>
                <a:solidFill>
                  <a:schemeClr val="tx2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Buyer Composition</a:t>
            </a:r>
            <a:endParaRPr lang="zh-TW" altLang="en-US" sz="3600" b="1" dirty="0">
              <a:ln w="12700" cmpd="sng">
                <a:noFill/>
                <a:prstDash val="solid"/>
              </a:ln>
              <a:solidFill>
                <a:schemeClr val="tx2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DFC29C0-C552-843D-EDFF-E12E6694B02B}"/>
              </a:ext>
            </a:extLst>
          </p:cNvPr>
          <p:cNvSpPr/>
          <p:nvPr/>
        </p:nvSpPr>
        <p:spPr>
          <a:xfrm>
            <a:off x="8987589" y="15702"/>
            <a:ext cx="3204411" cy="646331"/>
          </a:xfrm>
          <a:prstGeom prst="rect">
            <a:avLst/>
          </a:prstGeom>
          <a:noFill/>
          <a:ln>
            <a:noFill/>
          </a:ln>
          <a:effectLst>
            <a:reflection blurRad="6350" stA="50000" endA="300" endPos="38500" dist="50800" dir="5400000" sy="-100000" algn="bl" rotWithShape="0"/>
          </a:effectLst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TW" sz="3600" b="1" dirty="0">
                <a:ln w="0">
                  <a:solidFill>
                    <a:schemeClr val="tx2">
                      <a:lumMod val="75000"/>
                    </a:schemeClr>
                  </a:solidFill>
                </a:ln>
                <a:solidFill>
                  <a:schemeClr val="tx2">
                    <a:lumMod val="60000"/>
                    <a:lumOff val="4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  <a:reflection stA="45000" endPos="30000" dist="50800" dir="5400000" sy="-100000" algn="bl" rotWithShape="0"/>
                </a:effectLst>
              </a:rPr>
              <a:t>Market  </a:t>
            </a:r>
            <a:r>
              <a:rPr lang="en-US" altLang="zh-TW" sz="3600" b="1" dirty="0" err="1">
                <a:ln w="0">
                  <a:solidFill>
                    <a:schemeClr val="tx2">
                      <a:lumMod val="75000"/>
                    </a:schemeClr>
                  </a:solidFill>
                </a:ln>
                <a:solidFill>
                  <a:schemeClr val="tx2">
                    <a:lumMod val="60000"/>
                    <a:lumOff val="4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  <a:reflection stA="45000" endPos="30000" dist="50800" dir="5400000" sy="-100000" algn="bl" rotWithShape="0"/>
                </a:effectLst>
              </a:rPr>
              <a:t>Mindz</a:t>
            </a:r>
            <a:endParaRPr lang="zh-TW" altLang="en-US" sz="3600" b="1" dirty="0">
              <a:ln w="0">
                <a:solidFill>
                  <a:schemeClr val="tx2">
                    <a:lumMod val="75000"/>
                  </a:schemeClr>
                </a:solidFill>
              </a:ln>
              <a:solidFill>
                <a:schemeClr val="tx2">
                  <a:lumMod val="60000"/>
                  <a:lumOff val="4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  <a:reflection stA="45000" endPos="30000" dist="508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1537560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C311D7-F911-44A7-1371-2EEB37AAD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116D12CF-EB53-2FC5-EB44-20CB06797883}"/>
              </a:ext>
            </a:extLst>
          </p:cNvPr>
          <p:cNvSpPr/>
          <p:nvPr/>
        </p:nvSpPr>
        <p:spPr>
          <a:xfrm>
            <a:off x="0" y="0"/>
            <a:ext cx="12192000" cy="70866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23EED6B-01E7-9947-C9C9-BBA815F84965}"/>
              </a:ext>
            </a:extLst>
          </p:cNvPr>
          <p:cNvSpPr/>
          <p:nvPr/>
        </p:nvSpPr>
        <p:spPr>
          <a:xfrm>
            <a:off x="0" y="708660"/>
            <a:ext cx="12192000" cy="45719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20000"/>
                  <a:lumOff val="80000"/>
                </a:schemeClr>
              </a:gs>
              <a:gs pos="100000">
                <a:schemeClr val="accent4">
                  <a:lumMod val="7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E8919D9-5C3F-4F7E-C731-4B642CBBBAB8}"/>
              </a:ext>
            </a:extLst>
          </p:cNvPr>
          <p:cNvSpPr/>
          <p:nvPr/>
        </p:nvSpPr>
        <p:spPr>
          <a:xfrm>
            <a:off x="0" y="15702"/>
            <a:ext cx="3633537" cy="64633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TW" sz="3600" b="1" dirty="0">
                <a:ln w="12700" cmpd="sng">
                  <a:noFill/>
                  <a:prstDash val="solid"/>
                </a:ln>
                <a:solidFill>
                  <a:schemeClr val="tx2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Purchase Drivers</a:t>
            </a:r>
            <a:endParaRPr lang="zh-TW" altLang="en-US" sz="3600" b="1" dirty="0">
              <a:ln w="12700" cmpd="sng">
                <a:noFill/>
                <a:prstDash val="solid"/>
              </a:ln>
              <a:solidFill>
                <a:schemeClr val="tx2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DF92EE5-BFC2-C71B-C3EF-1ECDDADDB6B4}"/>
              </a:ext>
            </a:extLst>
          </p:cNvPr>
          <p:cNvSpPr/>
          <p:nvPr/>
        </p:nvSpPr>
        <p:spPr>
          <a:xfrm>
            <a:off x="8987589" y="15702"/>
            <a:ext cx="3204411" cy="646331"/>
          </a:xfrm>
          <a:prstGeom prst="rect">
            <a:avLst/>
          </a:prstGeom>
          <a:noFill/>
          <a:ln>
            <a:noFill/>
          </a:ln>
          <a:effectLst>
            <a:reflection blurRad="6350" stA="50000" endA="300" endPos="38500" dist="50800" dir="5400000" sy="-100000" algn="bl" rotWithShape="0"/>
          </a:effectLst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TW" sz="3600" b="1" dirty="0">
                <a:ln w="0">
                  <a:solidFill>
                    <a:schemeClr val="tx2">
                      <a:lumMod val="75000"/>
                    </a:schemeClr>
                  </a:solidFill>
                </a:ln>
                <a:solidFill>
                  <a:schemeClr val="tx2">
                    <a:lumMod val="60000"/>
                    <a:lumOff val="4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  <a:reflection stA="45000" endPos="30000" dist="50800" dir="5400000" sy="-100000" algn="bl" rotWithShape="0"/>
                </a:effectLst>
              </a:rPr>
              <a:t>Market  </a:t>
            </a:r>
            <a:r>
              <a:rPr lang="en-US" altLang="zh-TW" sz="3600" b="1" dirty="0" err="1">
                <a:ln w="0">
                  <a:solidFill>
                    <a:schemeClr val="tx2">
                      <a:lumMod val="75000"/>
                    </a:schemeClr>
                  </a:solidFill>
                </a:ln>
                <a:solidFill>
                  <a:schemeClr val="tx2">
                    <a:lumMod val="60000"/>
                    <a:lumOff val="4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  <a:reflection stA="45000" endPos="30000" dist="50800" dir="5400000" sy="-100000" algn="bl" rotWithShape="0"/>
                </a:effectLst>
              </a:rPr>
              <a:t>Mindz</a:t>
            </a:r>
            <a:endParaRPr lang="zh-TW" altLang="en-US" sz="3600" b="1" dirty="0">
              <a:ln w="0">
                <a:solidFill>
                  <a:schemeClr val="tx2">
                    <a:lumMod val="75000"/>
                  </a:schemeClr>
                </a:solidFill>
              </a:ln>
              <a:solidFill>
                <a:schemeClr val="tx2">
                  <a:lumMod val="60000"/>
                  <a:lumOff val="4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  <a:reflection stA="45000" endPos="30000" dist="508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7113079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414FF-1496-39BD-4EFB-5838A7FEB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橢圓 1">
            <a:extLst>
              <a:ext uri="{FF2B5EF4-FFF2-40B4-BE49-F238E27FC236}">
                <a16:creationId xmlns:a16="http://schemas.microsoft.com/office/drawing/2014/main" id="{EFAFBD9D-8B9E-2AF5-15F7-5678309AB4DB}"/>
              </a:ext>
            </a:extLst>
          </p:cNvPr>
          <p:cNvSpPr/>
          <p:nvPr/>
        </p:nvSpPr>
        <p:spPr>
          <a:xfrm>
            <a:off x="2715895" y="2851785"/>
            <a:ext cx="1154430" cy="113157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lang="zh-TW" altLang="en-US"/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99A3C21A-207D-B1AC-735C-FF9A90FE67AA}"/>
              </a:ext>
            </a:extLst>
          </p:cNvPr>
          <p:cNvSpPr/>
          <p:nvPr/>
        </p:nvSpPr>
        <p:spPr>
          <a:xfrm>
            <a:off x="4345940" y="1257300"/>
            <a:ext cx="1154430" cy="113157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lang="zh-TW" altLang="en-US"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BA99690A-594D-859D-908F-535EA2554B02}"/>
              </a:ext>
            </a:extLst>
          </p:cNvPr>
          <p:cNvSpPr/>
          <p:nvPr/>
        </p:nvSpPr>
        <p:spPr>
          <a:xfrm>
            <a:off x="2699068" y="1257300"/>
            <a:ext cx="1154430" cy="113157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lang="zh-TW" altLang="en-US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E963FE62-0055-C204-F697-83C37FA58063}"/>
              </a:ext>
            </a:extLst>
          </p:cNvPr>
          <p:cNvSpPr/>
          <p:nvPr/>
        </p:nvSpPr>
        <p:spPr>
          <a:xfrm>
            <a:off x="5975985" y="1257300"/>
            <a:ext cx="1154430" cy="113157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lang="zh-TW" altLang="en-US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7FA62642-3DD0-AF7A-1F3B-AB04838CB1C7}"/>
              </a:ext>
            </a:extLst>
          </p:cNvPr>
          <p:cNvSpPr/>
          <p:nvPr/>
        </p:nvSpPr>
        <p:spPr>
          <a:xfrm>
            <a:off x="1085850" y="2851785"/>
            <a:ext cx="1154430" cy="113157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lang="zh-TW" altLang="en-US"/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D26B410D-1702-7BAC-00D2-1681470BD50E}"/>
              </a:ext>
            </a:extLst>
          </p:cNvPr>
          <p:cNvSpPr/>
          <p:nvPr/>
        </p:nvSpPr>
        <p:spPr>
          <a:xfrm>
            <a:off x="1085850" y="1257300"/>
            <a:ext cx="1154430" cy="1131570"/>
          </a:xfrm>
          <a:prstGeom prst="ellipse">
            <a:avLst/>
          </a:prstGeom>
          <a:solidFill>
            <a:srgbClr val="CDF7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lang="zh-TW" altLang="en-US"/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BDC786AF-E77D-7B84-779C-94265335C5F5}"/>
              </a:ext>
            </a:extLst>
          </p:cNvPr>
          <p:cNvSpPr/>
          <p:nvPr/>
        </p:nvSpPr>
        <p:spPr>
          <a:xfrm>
            <a:off x="4345940" y="2851785"/>
            <a:ext cx="1154430" cy="113157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lang="zh-TW" altLang="en-US"/>
          </a:p>
        </p:txBody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E6D4692E-DBC2-3040-4E09-29BD345CA5BF}"/>
              </a:ext>
            </a:extLst>
          </p:cNvPr>
          <p:cNvSpPr/>
          <p:nvPr/>
        </p:nvSpPr>
        <p:spPr>
          <a:xfrm>
            <a:off x="5975985" y="2851785"/>
            <a:ext cx="1154430" cy="113157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68497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10E98-624C-6F57-42A1-09273D507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77292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F1121-6F31-FD2A-C029-219FF728A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橢圓 1">
            <a:extLst>
              <a:ext uri="{FF2B5EF4-FFF2-40B4-BE49-F238E27FC236}">
                <a16:creationId xmlns:a16="http://schemas.microsoft.com/office/drawing/2014/main" id="{FC1D000D-4B5B-C7D1-FAB3-A645CF6C338A}"/>
              </a:ext>
            </a:extLst>
          </p:cNvPr>
          <p:cNvSpPr/>
          <p:nvPr/>
        </p:nvSpPr>
        <p:spPr>
          <a:xfrm>
            <a:off x="2715895" y="2851785"/>
            <a:ext cx="1154430" cy="113157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lang="zh-TW" altLang="en-US"/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20596E86-A8A3-85CA-1BB6-8E4A778D4C72}"/>
              </a:ext>
            </a:extLst>
          </p:cNvPr>
          <p:cNvSpPr/>
          <p:nvPr/>
        </p:nvSpPr>
        <p:spPr>
          <a:xfrm>
            <a:off x="4345940" y="1257300"/>
            <a:ext cx="1154430" cy="113157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lang="zh-TW" altLang="en-US"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7DD97DE9-08DD-E9A6-4F50-5CBE7F1A6B61}"/>
              </a:ext>
            </a:extLst>
          </p:cNvPr>
          <p:cNvSpPr/>
          <p:nvPr/>
        </p:nvSpPr>
        <p:spPr>
          <a:xfrm>
            <a:off x="2699068" y="1257300"/>
            <a:ext cx="1154430" cy="113157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lang="zh-TW" altLang="en-US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9F97930A-9CC7-E90D-F08C-1C1C9F7BF0B7}"/>
              </a:ext>
            </a:extLst>
          </p:cNvPr>
          <p:cNvSpPr/>
          <p:nvPr/>
        </p:nvSpPr>
        <p:spPr>
          <a:xfrm>
            <a:off x="5975985" y="1257300"/>
            <a:ext cx="1154430" cy="113157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lang="zh-TW" altLang="en-US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C0999D7D-ACF8-8282-9F87-989358A685EE}"/>
              </a:ext>
            </a:extLst>
          </p:cNvPr>
          <p:cNvSpPr/>
          <p:nvPr/>
        </p:nvSpPr>
        <p:spPr>
          <a:xfrm>
            <a:off x="1085850" y="2851785"/>
            <a:ext cx="1154430" cy="113157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lang="zh-TW" altLang="en-US"/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99B71450-65B5-3A3F-4F5B-A1DE56D4D337}"/>
              </a:ext>
            </a:extLst>
          </p:cNvPr>
          <p:cNvSpPr/>
          <p:nvPr/>
        </p:nvSpPr>
        <p:spPr>
          <a:xfrm>
            <a:off x="1085850" y="1257300"/>
            <a:ext cx="1154430" cy="1131570"/>
          </a:xfrm>
          <a:prstGeom prst="ellipse">
            <a:avLst/>
          </a:prstGeom>
          <a:solidFill>
            <a:srgbClr val="CDF7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lang="zh-TW" altLang="en-US"/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D0A904EB-7E59-24E9-8EAB-13EF7D6E125A}"/>
              </a:ext>
            </a:extLst>
          </p:cNvPr>
          <p:cNvSpPr/>
          <p:nvPr/>
        </p:nvSpPr>
        <p:spPr>
          <a:xfrm>
            <a:off x="4345940" y="2851785"/>
            <a:ext cx="1154430" cy="113157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lang="zh-TW" altLang="en-US"/>
          </a:p>
        </p:txBody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19DE4074-7C9D-B5B7-F929-30C04B421B0F}"/>
              </a:ext>
            </a:extLst>
          </p:cNvPr>
          <p:cNvSpPr/>
          <p:nvPr/>
        </p:nvSpPr>
        <p:spPr>
          <a:xfrm>
            <a:off x="5975985" y="2851785"/>
            <a:ext cx="1154430" cy="113157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960125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41</TotalTime>
  <Words>12</Words>
  <Application>Microsoft Office PowerPoint</Application>
  <PresentationFormat>寬螢幕</PresentationFormat>
  <Paragraphs>6</Paragraphs>
  <Slides>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攸然 陳</dc:creator>
  <cp:lastModifiedBy>攸然 陳</cp:lastModifiedBy>
  <cp:revision>3</cp:revision>
  <dcterms:created xsi:type="dcterms:W3CDTF">2025-12-13T08:04:59Z</dcterms:created>
  <dcterms:modified xsi:type="dcterms:W3CDTF">2025-12-13T08:46:15Z</dcterms:modified>
</cp:coreProperties>
</file>