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1819EF-4301-7ECE-AFC1-CE181C4D95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CFA9A98-59CE-3F7C-E9B1-5DC066C1DA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C92F6E1-B5A3-B5A7-6465-00572348A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608099-4406-B808-8D03-D9D06B0CE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A49D05-3D66-ED82-6172-E32B4D0AA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627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916008-8DD0-EB5C-B613-20AFB67FA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47C04E-9FDB-34E1-25BC-7BF0A4F40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80278-757E-9A07-C65E-9BC254ED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16337-C19E-28E9-AB3D-F44CC9F33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401ACA-B77B-B162-77BB-1A6A7F64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807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25B870-5012-60DA-891C-0E866CFA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D53BEC3-09F8-034B-F898-3A215ECDC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CE779A-2E98-B1F9-B8FB-B32B42EA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016D966-C6B1-8272-10B4-7A1A31C9D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3A91CD-BD4D-B1FA-F375-9E0DC6CEE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723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FD52A-9D63-0C7B-0D37-4C93FCA5A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7E4A28-A213-68ED-344A-E56FF544A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3FC9E42-0FF8-A446-CBB1-A7A7F62CB5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E7E78E-0285-859E-5723-B85EBBD2B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FDD6535-E793-6126-C246-1CA47B46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1C71052-857B-CDFF-1D68-D2A651F7F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466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E8FDE-2D97-E9B9-140B-D1C8EEEE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3F09CF4-65D0-AD39-99C8-994B2BE56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622AC63-68D1-FB44-C4E7-1A861BB1A1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E1F90C1-601E-2F3C-ABC4-78ED8CCC71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67A4BDB-0706-0849-220C-3ED46C1434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735F910-B967-A57F-FAF0-8CF59C50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55241F3-A8DC-72A5-964C-50A72884F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15654A4-CA15-5CD9-6E40-27FD11763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015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56F125-6C39-ACE4-17E6-2945FABF0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F530D45-CF7C-6FDF-BAB7-55FA9EB10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00C89B7-AB85-EC5F-564C-C1F972D9B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632551A-C737-3C0B-A1D8-165C65381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564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E89182F-AD07-46DC-D529-DA01A96C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952D206-CB30-114A-DDD6-BB6057B06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18A653-2C6C-8C74-EA45-FAE07087C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812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BE80FF-B1FA-1596-DF6E-25D66515E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F8AB834-3A1E-614C-5519-3E2B8ADBF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7F75B7-52E0-1004-523E-E324151DB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D20C64-1A11-1341-F718-543905E03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3193AD4-77BC-7479-5B2E-B1EF84F44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5002982-AABA-93E9-B2F4-B22AA9984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2273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E67970-013D-1312-BCE8-00F283A4E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D476F8E-81E3-3A17-4107-442CC0F4E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57C3450-9121-7743-7492-3AE36930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412C22-0EEB-DEB4-4892-CD36BDD03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FD9DB17-E4E1-52BE-76C0-6ECDB8AA8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DA30EB8-14FB-C0FA-0D2F-73F0F4D41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0025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385CE2-6633-113D-5D15-BC44FD5E0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4F55AF6-6DB3-3B36-5D98-B7EF5059F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BAB1B9-5019-A4E0-81C0-455DF57E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3C9B645-5A7A-0F23-F198-354469A6F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6E6859-228F-E48E-D439-23DE7698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512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8F9F3E7-C596-AC8C-A8FD-6BED250D10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518D4BA-A91A-CF48-FB91-8937D34C6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932861-89D9-04EF-3082-5745A74AC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B457F92-ECFA-1B7F-7352-752AECF36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89678F8-0E25-C018-9A6F-38178111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0420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7BA146A-F000-61C0-8FB9-8EA605CAA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B65EEF-071B-452E-E7EE-89BD206A6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CE3D5F-B2EB-5019-51C5-5E952D6F7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3B60C-6162-47D6-A7D9-930FFF2AB44C}" type="datetimeFigureOut">
              <a:rPr lang="zh-TW" altLang="en-US" smtClean="0"/>
              <a:t>2025/12/13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44763B-B086-4DFC-F5CD-81A02DCA16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F5BACA-B49F-4FAA-4CE7-72F37C5258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9C03C-82CA-495C-B24F-15058836565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973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6621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攸然 陳</dc:creator>
  <cp:lastModifiedBy>攸然 陳</cp:lastModifiedBy>
  <cp:revision>2</cp:revision>
  <dcterms:created xsi:type="dcterms:W3CDTF">2025-12-13T08:04:59Z</dcterms:created>
  <dcterms:modified xsi:type="dcterms:W3CDTF">2025-12-13T08:06:32Z</dcterms:modified>
</cp:coreProperties>
</file>