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1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F7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49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25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257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6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48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39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39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14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634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2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77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3B60C-6162-47D6-A7D9-930FFF2AB44C}" type="datetimeFigureOut">
              <a:rPr lang="zh-TW" altLang="en-US" smtClean="0"/>
              <a:t>2025/12/13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9C03C-82CA-495C-B24F-1505883656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79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AAFF9F6-8558-D77B-501D-4F7EA9F12AEF}"/>
              </a:ext>
            </a:extLst>
          </p:cNvPr>
          <p:cNvSpPr/>
          <p:nvPr/>
        </p:nvSpPr>
        <p:spPr>
          <a:xfrm>
            <a:off x="0" y="0"/>
            <a:ext cx="12192000" cy="708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E154D4-89DD-2143-BA3F-C87979694CB9}"/>
              </a:ext>
            </a:extLst>
          </p:cNvPr>
          <p:cNvSpPr/>
          <p:nvPr/>
        </p:nvSpPr>
        <p:spPr>
          <a:xfrm>
            <a:off x="0" y="708660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697C71-C667-DCC1-3A0F-1D063A5F6001}"/>
              </a:ext>
            </a:extLst>
          </p:cNvPr>
          <p:cNvSpPr/>
          <p:nvPr/>
        </p:nvSpPr>
        <p:spPr>
          <a:xfrm>
            <a:off x="-168443" y="15702"/>
            <a:ext cx="5197643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dirty="0">
                <a:ln w="12700" cmpd="sng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Campaign</a:t>
            </a:r>
            <a:r>
              <a:rPr lang="en-US" altLang="zh-TW" sz="3600" b="1" dirty="0">
                <a:ln w="12700" cmpd="sng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TW" sz="3600" b="1" dirty="0">
                <a:ln w="12700" cmpd="sng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</a:t>
            </a:r>
            <a:endParaRPr lang="zh-TW" altLang="en-US" sz="3600" b="1" dirty="0">
              <a:ln w="12700" cmpd="sng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F4F6AF-B927-5EBE-DE1D-F6EBCDE0D5F0}"/>
              </a:ext>
            </a:extLst>
          </p:cNvPr>
          <p:cNvSpPr/>
          <p:nvPr/>
        </p:nvSpPr>
        <p:spPr>
          <a:xfrm>
            <a:off x="8987589" y="15702"/>
            <a:ext cx="3204411" cy="646331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stA="45000" endPos="30000" dist="50800" dir="5400000" sy="-100000" algn="bl" rotWithShape="0"/>
                </a:effectLst>
              </a:rPr>
              <a:t>Market  </a:t>
            </a:r>
            <a:r>
              <a:rPr lang="en-US" altLang="zh-TW" sz="3600" b="1" dirty="0" err="1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stA="45000" endPos="30000" dist="50800" dir="5400000" sy="-100000" algn="bl" rotWithShape="0"/>
                </a:effectLst>
              </a:rPr>
              <a:t>Mindz</a:t>
            </a:r>
            <a:endParaRPr lang="zh-TW" altLang="en-US" sz="3600" b="1" dirty="0">
              <a:ln w="0">
                <a:solidFill>
                  <a:schemeClr val="tx2">
                    <a:lumMod val="75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stA="45000" endPos="3000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6621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7CDB0-B9AF-AE5D-F80B-3141273B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FBAAC5-DCD0-9504-03DA-B7AB308C6925}"/>
              </a:ext>
            </a:extLst>
          </p:cNvPr>
          <p:cNvSpPr/>
          <p:nvPr/>
        </p:nvSpPr>
        <p:spPr>
          <a:xfrm>
            <a:off x="0" y="0"/>
            <a:ext cx="12192000" cy="708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D00CBA-B9DF-0453-4D8E-6D8B0EC9194E}"/>
              </a:ext>
            </a:extLst>
          </p:cNvPr>
          <p:cNvSpPr/>
          <p:nvPr/>
        </p:nvSpPr>
        <p:spPr>
          <a:xfrm>
            <a:off x="0" y="708660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E5A1FE-5167-504B-6D60-B5004DFFA4E5}"/>
              </a:ext>
            </a:extLst>
          </p:cNvPr>
          <p:cNvSpPr/>
          <p:nvPr/>
        </p:nvSpPr>
        <p:spPr>
          <a:xfrm>
            <a:off x="36096" y="24359"/>
            <a:ext cx="3898232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dirty="0">
                <a:ln w="12700" cmpd="sng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Buyer Composition</a:t>
            </a:r>
            <a:endParaRPr lang="zh-TW" altLang="en-US" sz="3600" b="1" dirty="0">
              <a:ln w="12700" cmpd="sng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FC29C0-C552-843D-EDFF-E12E6694B02B}"/>
              </a:ext>
            </a:extLst>
          </p:cNvPr>
          <p:cNvSpPr/>
          <p:nvPr/>
        </p:nvSpPr>
        <p:spPr>
          <a:xfrm>
            <a:off x="8987589" y="15702"/>
            <a:ext cx="3204411" cy="646331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stA="45000" endPos="30000" dist="50800" dir="5400000" sy="-100000" algn="bl" rotWithShape="0"/>
                </a:effectLst>
              </a:rPr>
              <a:t>Market  </a:t>
            </a:r>
            <a:r>
              <a:rPr lang="en-US" altLang="zh-TW" sz="3600" b="1" dirty="0" err="1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stA="45000" endPos="30000" dist="50800" dir="5400000" sy="-100000" algn="bl" rotWithShape="0"/>
                </a:effectLst>
              </a:rPr>
              <a:t>Mindz</a:t>
            </a:r>
            <a:endParaRPr lang="zh-TW" altLang="en-US" sz="3600" b="1" dirty="0">
              <a:ln w="0">
                <a:solidFill>
                  <a:schemeClr val="tx2">
                    <a:lumMod val="75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stA="45000" endPos="3000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3756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311D7-F911-44A7-1371-2EEB37AAD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16D12CF-EB53-2FC5-EB44-20CB06797883}"/>
              </a:ext>
            </a:extLst>
          </p:cNvPr>
          <p:cNvSpPr/>
          <p:nvPr/>
        </p:nvSpPr>
        <p:spPr>
          <a:xfrm>
            <a:off x="0" y="0"/>
            <a:ext cx="12192000" cy="708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3EED6B-01E7-9947-C9C9-BBA815F84965}"/>
              </a:ext>
            </a:extLst>
          </p:cNvPr>
          <p:cNvSpPr/>
          <p:nvPr/>
        </p:nvSpPr>
        <p:spPr>
          <a:xfrm>
            <a:off x="0" y="708660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8919D9-5C3F-4F7E-C731-4B642CBBBAB8}"/>
              </a:ext>
            </a:extLst>
          </p:cNvPr>
          <p:cNvSpPr/>
          <p:nvPr/>
        </p:nvSpPr>
        <p:spPr>
          <a:xfrm>
            <a:off x="0" y="15702"/>
            <a:ext cx="3633537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dirty="0">
                <a:ln w="12700" cmpd="sng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Purchase Drivers</a:t>
            </a:r>
            <a:endParaRPr lang="zh-TW" altLang="en-US" sz="3600" b="1" dirty="0">
              <a:ln w="12700" cmpd="sng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F92EE5-BFC2-C71B-C3EF-1ECDDADDB6B4}"/>
              </a:ext>
            </a:extLst>
          </p:cNvPr>
          <p:cNvSpPr/>
          <p:nvPr/>
        </p:nvSpPr>
        <p:spPr>
          <a:xfrm>
            <a:off x="8987589" y="15702"/>
            <a:ext cx="3204411" cy="646331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1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stA="45000" endPos="30000" dist="50800" dir="5400000" sy="-100000" algn="bl" rotWithShape="0"/>
                </a:effectLst>
              </a:rPr>
              <a:t>Market  </a:t>
            </a:r>
            <a:r>
              <a:rPr lang="en-US" altLang="zh-TW" sz="3600" b="1" dirty="0" err="1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stA="45000" endPos="30000" dist="50800" dir="5400000" sy="-100000" algn="bl" rotWithShape="0"/>
                </a:effectLst>
              </a:rPr>
              <a:t>Mindz</a:t>
            </a:r>
            <a:endParaRPr lang="zh-TW" altLang="en-US" sz="3600" b="1" dirty="0">
              <a:ln w="0">
                <a:solidFill>
                  <a:schemeClr val="tx2">
                    <a:lumMod val="75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stA="45000" endPos="3000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307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14FF-1496-39BD-4EFB-5838A7FE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EFAFBD9D-8B9E-2AF5-15F7-5678309AB4DB}"/>
              </a:ext>
            </a:extLst>
          </p:cNvPr>
          <p:cNvSpPr/>
          <p:nvPr/>
        </p:nvSpPr>
        <p:spPr>
          <a:xfrm>
            <a:off x="2715895" y="2851785"/>
            <a:ext cx="1154430" cy="11315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9A3C21A-207D-B1AC-735C-FF9A90FE67AA}"/>
              </a:ext>
            </a:extLst>
          </p:cNvPr>
          <p:cNvSpPr/>
          <p:nvPr/>
        </p:nvSpPr>
        <p:spPr>
          <a:xfrm>
            <a:off x="4345940" y="1257300"/>
            <a:ext cx="1154430" cy="11315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A99690A-594D-859D-908F-535EA2554B02}"/>
              </a:ext>
            </a:extLst>
          </p:cNvPr>
          <p:cNvSpPr/>
          <p:nvPr/>
        </p:nvSpPr>
        <p:spPr>
          <a:xfrm>
            <a:off x="2699068" y="1257300"/>
            <a:ext cx="1154430" cy="11315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963FE62-0055-C204-F697-83C37FA58063}"/>
              </a:ext>
            </a:extLst>
          </p:cNvPr>
          <p:cNvSpPr/>
          <p:nvPr/>
        </p:nvSpPr>
        <p:spPr>
          <a:xfrm>
            <a:off x="5975985" y="1257300"/>
            <a:ext cx="1154430" cy="11315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FA62642-3DD0-AF7A-1F3B-AB04838CB1C7}"/>
              </a:ext>
            </a:extLst>
          </p:cNvPr>
          <p:cNvSpPr/>
          <p:nvPr/>
        </p:nvSpPr>
        <p:spPr>
          <a:xfrm>
            <a:off x="1085850" y="2851785"/>
            <a:ext cx="1154430" cy="113157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D26B410D-1702-7BAC-00D2-1681470BD50E}"/>
              </a:ext>
            </a:extLst>
          </p:cNvPr>
          <p:cNvSpPr/>
          <p:nvPr/>
        </p:nvSpPr>
        <p:spPr>
          <a:xfrm>
            <a:off x="1085850" y="1257300"/>
            <a:ext cx="1154430" cy="1131570"/>
          </a:xfrm>
          <a:prstGeom prst="ellipse">
            <a:avLst/>
          </a:prstGeom>
          <a:solidFill>
            <a:srgbClr val="CDF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DC786AF-E77D-7B84-779C-94265335C5F5}"/>
              </a:ext>
            </a:extLst>
          </p:cNvPr>
          <p:cNvSpPr/>
          <p:nvPr/>
        </p:nvSpPr>
        <p:spPr>
          <a:xfrm>
            <a:off x="4345940" y="2851785"/>
            <a:ext cx="1154430" cy="113157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6D4692E-DBC2-3040-4E09-29BD345CA5BF}"/>
              </a:ext>
            </a:extLst>
          </p:cNvPr>
          <p:cNvSpPr/>
          <p:nvPr/>
        </p:nvSpPr>
        <p:spPr>
          <a:xfrm>
            <a:off x="5975985" y="2851785"/>
            <a:ext cx="1154430" cy="11315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49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0E98-624C-6F57-42A1-09273D50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72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1121-6F31-FD2A-C029-219FF728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FC1D000D-4B5B-C7D1-FAB3-A645CF6C338A}"/>
              </a:ext>
            </a:extLst>
          </p:cNvPr>
          <p:cNvSpPr/>
          <p:nvPr/>
        </p:nvSpPr>
        <p:spPr>
          <a:xfrm>
            <a:off x="2715895" y="2851785"/>
            <a:ext cx="1154430" cy="11315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20596E86-A8A3-85CA-1BB6-8E4A778D4C72}"/>
              </a:ext>
            </a:extLst>
          </p:cNvPr>
          <p:cNvSpPr/>
          <p:nvPr/>
        </p:nvSpPr>
        <p:spPr>
          <a:xfrm>
            <a:off x="4345940" y="1257300"/>
            <a:ext cx="1154430" cy="11315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DD97DE9-08DD-E9A6-4F50-5CBE7F1A6B61}"/>
              </a:ext>
            </a:extLst>
          </p:cNvPr>
          <p:cNvSpPr/>
          <p:nvPr/>
        </p:nvSpPr>
        <p:spPr>
          <a:xfrm>
            <a:off x="2699068" y="1257300"/>
            <a:ext cx="1154430" cy="11315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F97930A-9CC7-E90D-F08C-1C1C9F7BF0B7}"/>
              </a:ext>
            </a:extLst>
          </p:cNvPr>
          <p:cNvSpPr/>
          <p:nvPr/>
        </p:nvSpPr>
        <p:spPr>
          <a:xfrm>
            <a:off x="5975985" y="1257300"/>
            <a:ext cx="1154430" cy="11315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0999D7D-ACF8-8282-9F87-989358A685EE}"/>
              </a:ext>
            </a:extLst>
          </p:cNvPr>
          <p:cNvSpPr/>
          <p:nvPr/>
        </p:nvSpPr>
        <p:spPr>
          <a:xfrm>
            <a:off x="1085850" y="2851785"/>
            <a:ext cx="1154430" cy="113157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99B71450-65B5-3A3F-4F5B-A1DE56D4D337}"/>
              </a:ext>
            </a:extLst>
          </p:cNvPr>
          <p:cNvSpPr/>
          <p:nvPr/>
        </p:nvSpPr>
        <p:spPr>
          <a:xfrm>
            <a:off x="1085850" y="1257300"/>
            <a:ext cx="1154430" cy="1131570"/>
          </a:xfrm>
          <a:prstGeom prst="ellipse">
            <a:avLst/>
          </a:prstGeom>
          <a:solidFill>
            <a:srgbClr val="CDF7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0A904EB-7E59-24E9-8EAB-13EF7D6E125A}"/>
              </a:ext>
            </a:extLst>
          </p:cNvPr>
          <p:cNvSpPr/>
          <p:nvPr/>
        </p:nvSpPr>
        <p:spPr>
          <a:xfrm>
            <a:off x="4345940" y="2851785"/>
            <a:ext cx="1154430" cy="113157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19DE4074-7C9D-B5B7-F929-30C04B421B0F}"/>
              </a:ext>
            </a:extLst>
          </p:cNvPr>
          <p:cNvSpPr/>
          <p:nvPr/>
        </p:nvSpPr>
        <p:spPr>
          <a:xfrm>
            <a:off x="5975985" y="2851785"/>
            <a:ext cx="1154430" cy="11315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01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</TotalTime>
  <Words>12</Words>
  <Application>Microsoft Office PowerPoint</Application>
  <PresentationFormat>寬螢幕</PresentationFormat>
  <Paragraphs>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攸然 陳</dc:creator>
  <cp:lastModifiedBy>攸然 陳</cp:lastModifiedBy>
  <cp:revision>4</cp:revision>
  <dcterms:created xsi:type="dcterms:W3CDTF">2025-12-13T08:04:59Z</dcterms:created>
  <dcterms:modified xsi:type="dcterms:W3CDTF">2025-12-13T09:45:05Z</dcterms:modified>
</cp:coreProperties>
</file>